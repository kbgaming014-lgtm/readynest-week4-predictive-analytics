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645920"/>
            <a:ext cx="4572000" cy="4572000"/>
          </a:xfrm>
          <a:prstGeom prst="ellipse">
            <a:avLst/>
          </a:prstGeom>
          <a:solidFill>
            <a:srgbClr val="5DA9A6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E36414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822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DA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· TASK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234440"/>
            <a:ext cx="9144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Analytics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31520" y="2880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5DA9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Analyze. Predict. Decide.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342900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system that analyzes data, builds predictive models, and generates actionable business insights.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4343400"/>
            <a:ext cx="7680960" cy="1371600"/>
          </a:xfrm>
          <a:prstGeom prst="roundRect">
            <a:avLst>
              <a:gd name="adj" fmla="val 533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5DA9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452628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</a:t>
            </a:r>
            <a:pPr indent="0" marL="0">
              <a:buNone/>
            </a:pPr>
            <a:r>
              <a:rPr lang="en-US" sz="1300" dirty="0">
                <a:solidFill>
                  <a:srgbClr val="D7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Abhijay  |  B.Tech 2nd Semester, CEC Jhanjeri, Mohali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Internship: </a:t>
            </a:r>
            <a:pPr indent="0" marL="0">
              <a:buNone/>
            </a:pPr>
            <a:r>
              <a:rPr lang="en-US" sz="1300" dirty="0">
                <a:solidFill>
                  <a:srgbClr val="D7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Internship, ReadyNest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595360" y="59893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 NEST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595360" y="63550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DA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Empowering Skills, Building Futures.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DA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BRIEF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5669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build an end-to-end predictive analytics system for ReadyNest's e-commerce customer base — one that doesn't just report what happened, but forecasts what will happen next (churn risk, future revenue) so the business can act before value is lost.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Prediction Targets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657600"/>
            <a:ext cx="5669280" cy="777240"/>
          </a:xfrm>
          <a:prstGeom prst="roundRect">
            <a:avLst>
              <a:gd name="adj" fmla="val 7059"/>
            </a:avLst>
          </a:prstGeom>
          <a:solidFill>
            <a:srgbClr val="EAF3F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373075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31520" y="400507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this customer churn in the near term? (Yes/No)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617720"/>
            <a:ext cx="5669280" cy="777240"/>
          </a:xfrm>
          <a:prstGeom prst="roundRect">
            <a:avLst>
              <a:gd name="adj" fmla="val 7059"/>
            </a:avLst>
          </a:prstGeom>
          <a:solidFill>
            <a:srgbClr val="EAF3F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469087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31520" y="496519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revenue will this customer generate next month? (₹)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0" y="1417320"/>
            <a:ext cx="5029200" cy="4434840"/>
          </a:xfrm>
          <a:prstGeom prst="roundRect">
            <a:avLst>
              <a:gd name="adj" fmla="val 2062"/>
            </a:avLst>
          </a:prstGeom>
          <a:solidFill>
            <a:srgbClr val="0F4C5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0" y="1645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DA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AT A GLANCE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0" y="21488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4,000
</a:t>
            </a:r>
            <a:endParaRPr lang="en-US" sz="2600" dirty="0"/>
          </a:p>
          <a:p>
            <a:pPr indent="0" marL="0">
              <a:buNone/>
            </a:pPr>
            <a:r>
              <a:rPr lang="en-US" sz="1050" dirty="0">
                <a:solidFill>
                  <a:srgbClr val="D7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analyzed (post-cleaning)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9235440" y="21488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
</a:t>
            </a:r>
            <a:endParaRPr lang="en-US" sz="2600" dirty="0"/>
          </a:p>
          <a:p>
            <a:pPr indent="0" marL="0">
              <a:buNone/>
            </a:pPr>
            <a:r>
              <a:rPr lang="en-US" sz="1050" dirty="0">
                <a:solidFill>
                  <a:srgbClr val="D7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 per customer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858000" y="324612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
</a:t>
            </a:r>
            <a:endParaRPr lang="en-US" sz="2600" dirty="0"/>
          </a:p>
          <a:p>
            <a:pPr indent="0" marL="0">
              <a:buNone/>
            </a:pPr>
            <a:r>
              <a:rPr lang="en-US" sz="1050" dirty="0">
                <a:solidFill>
                  <a:srgbClr val="D7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trained &amp; compared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235440" y="324612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
</a:t>
            </a:r>
            <a:endParaRPr lang="en-US" sz="2600" dirty="0"/>
          </a:p>
          <a:p>
            <a:pPr indent="0" marL="0">
              <a:buNone/>
            </a:pPr>
            <a:r>
              <a:rPr lang="en-US" sz="1050" dirty="0">
                <a:solidFill>
                  <a:srgbClr val="D7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business-facing visualizations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858000" y="43434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
</a:t>
            </a:r>
            <a:endParaRPr lang="en-US" sz="2600" dirty="0"/>
          </a:p>
          <a:p>
            <a:pPr indent="0" marL="0">
              <a:buNone/>
            </a:pPr>
            <a:r>
              <a:rPr lang="en-US" sz="1050" dirty="0">
                <a:solidFill>
                  <a:srgbClr val="D7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 accuracy (R²)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9235440" y="43434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
</a:t>
            </a:r>
            <a:endParaRPr lang="en-US" sz="2600" dirty="0"/>
          </a:p>
          <a:p>
            <a:pPr indent="0" marL="0">
              <a:buNone/>
            </a:pPr>
            <a:r>
              <a:rPr lang="en-US" sz="1050" dirty="0">
                <a:solidFill>
                  <a:srgbClr val="D7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business insights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ReadyNest Data Analytics Internship  |  Week 4 — Predictive Analytics System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DA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C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55648"/>
            <a:ext cx="548640" cy="548640"/>
          </a:xfrm>
          <a:prstGeom prst="ellipse">
            <a:avLst/>
          </a:prstGeom>
          <a:solidFill>
            <a:srgbClr val="5DA9A6"/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1645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54480" y="201168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NumPy for data collection, cleaning &amp; feature engineering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C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898648"/>
            <a:ext cx="548640" cy="54864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10" name="Text 8"/>
          <p:cNvSpPr/>
          <p:nvPr/>
        </p:nvSpPr>
        <p:spPr>
          <a:xfrm>
            <a:off x="1554480" y="2788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54480" y="315468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&amp; Seaborn for statistical charts and dashboards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C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4041648"/>
            <a:ext cx="548640" cy="548640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4" name="Text 12"/>
          <p:cNvSpPr/>
          <p:nvPr/>
        </p:nvSpPr>
        <p:spPr>
          <a:xfrm>
            <a:off x="1554480" y="3931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54480" y="429768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(Logistic/Linear Regression, Random Forest) + XGBoost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98348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C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5184648"/>
            <a:ext cx="548640" cy="548640"/>
          </a:xfrm>
          <a:prstGeom prst="ellipse">
            <a:avLst/>
          </a:prstGeom>
          <a:solidFill>
            <a:srgbClr val="9A031E"/>
          </a:solidFill>
          <a:ln/>
        </p:spPr>
      </p:sp>
      <p:sp>
        <p:nvSpPr>
          <p:cNvPr id="18" name="Text 16"/>
          <p:cNvSpPr/>
          <p:nvPr/>
        </p:nvSpPr>
        <p:spPr>
          <a:xfrm>
            <a:off x="1554480" y="5074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554480" y="544068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REST API + Plotly.js interactive dashboard + Excel/openpyxl reporting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ReadyNest Data Analytics Internship  |  Week 4 — Predictive Analytics System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DA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1 OF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Collection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synthetic-but-realistic 4,000-customer e-commerce dataset was generated, extending the customer base style used in the Week 1/2 ReadyNest projects, with behavioural signals rich enough to genuinely predict churn and revenue (not just describe the past).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697480" cy="1920240"/>
          </a:xfrm>
          <a:prstGeom prst="roundRect">
            <a:avLst>
              <a:gd name="adj" fmla="val 3810"/>
            </a:avLst>
          </a:prstGeom>
          <a:solidFill>
            <a:srgbClr val="EAF3F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5146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gender, city, signup date, tenure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29000" y="2331720"/>
            <a:ext cx="2697480" cy="1920240"/>
          </a:xfrm>
          <a:prstGeom prst="roundRect">
            <a:avLst>
              <a:gd name="adj" fmla="val 3810"/>
            </a:avLst>
          </a:prstGeom>
          <a:solidFill>
            <a:srgbClr val="EAF3F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11880" y="25146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611880" y="297180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orders, avg order value, total spend, payment method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2331720"/>
            <a:ext cx="2697480" cy="1920240"/>
          </a:xfrm>
          <a:prstGeom prst="roundRect">
            <a:avLst>
              <a:gd name="adj" fmla="val 3810"/>
            </a:avLst>
          </a:prstGeom>
          <a:solidFill>
            <a:srgbClr val="EAF3F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92240" y="25146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92240" y="297180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sessions, cart abandon rate, email open rate, wishlist size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89720" y="2331720"/>
            <a:ext cx="2697480" cy="1920240"/>
          </a:xfrm>
          <a:prstGeom prst="roundRect">
            <a:avLst>
              <a:gd name="adj" fmla="val 3810"/>
            </a:avLst>
          </a:prstGeom>
          <a:solidFill>
            <a:srgbClr val="EAF3F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372600" y="25146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372600" y="297180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tickets, avg rating given, referrals made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526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raw columns  →  </a:t>
            </a:r>
            <a:pPr indent="0" marL="0">
              <a:buNone/>
            </a:pPr>
            <a:r>
              <a:rPr lang="en-US" sz="13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columns after feature engineering (Slide 7)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02920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0F4C5C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51206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Fake-Data Shortcuts:  </a:t>
            </a:r>
            <a:pPr indent="0" marL="0">
              <a:buNone/>
            </a:pPr>
            <a:r>
              <a:rPr lang="en-US" sz="1200" dirty="0">
                <a:solidFill>
                  <a:srgbClr val="D7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messiness was deliberately injected (nulls, duplicates, outliers, inconsistent text casing) so the cleaning step (next slide) reflects genuine real-world data quality work — not a pre-cleaned toy dataset.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ReadyNest Data Analytics Internship  |  Week 4 — Predictive Analytics System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DA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2 OF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84048" cy="384048"/>
          </a:xfrm>
          <a:prstGeom prst="ellipse">
            <a:avLst/>
          </a:prstGeom>
          <a:solidFill>
            <a:srgbClr val="5DA9A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444752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removed  —  </a:t>
            </a:r>
            <a:pPr indent="0" marL="0">
              <a:buNone/>
            </a:pPr>
            <a:r>
              <a:rPr lang="en-US" sz="12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duplicate customer_id records dropped (double form submissions / re-pulled API data)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384048" cy="384048"/>
          </a:xfrm>
          <a:prstGeom prst="ellipse">
            <a:avLst/>
          </a:prstGeom>
          <a:solidFill>
            <a:srgbClr val="5DA9A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2313432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Nulls imputed  —  </a:t>
            </a:r>
            <a:pPr indent="0" marL="0">
              <a:buNone/>
            </a:pPr>
            <a:r>
              <a:rPr lang="en-US" sz="12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403 missing values across age, avg_order_value, avg_rating_given, email_open_rate, preferred_payment — filled using median (numeric) / mode (categorical)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384048" cy="384048"/>
          </a:xfrm>
          <a:prstGeom prst="ellipse">
            <a:avLst/>
          </a:prstGeom>
          <a:solidFill>
            <a:srgbClr val="5DA9A6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3182112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standardized  —  </a:t>
            </a:r>
            <a:pPr indent="0" marL="0">
              <a:buNone/>
            </a:pPr>
            <a:r>
              <a:rPr lang="en-US" sz="12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casing ("CHANDIGARH") and stray whitespace (" Male ") normalized across all categorical fields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069080"/>
            <a:ext cx="384048" cy="384048"/>
          </a:xfrm>
          <a:prstGeom prst="ellipse">
            <a:avLst/>
          </a:prstGeom>
          <a:solidFill>
            <a:srgbClr val="5DA9A6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4050792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capped  —  </a:t>
            </a:r>
            <a:pPr indent="0" marL="0">
              <a:buNone/>
            </a:pPr>
            <a:r>
              <a:rPr lang="en-US" sz="12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 outliers in total_spend, avg_order_value &amp; next_month_revenue capped via IQR method (k=3.0); impossible ages (&gt;90) corrected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937760"/>
            <a:ext cx="384048" cy="384048"/>
          </a:xfrm>
          <a:prstGeom prst="ellipse">
            <a:avLst/>
          </a:prstGeom>
          <a:solidFill>
            <a:srgbClr val="5DA9A6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937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4919472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checks  —  </a:t>
            </a:r>
            <a:pPr indent="0" marL="0">
              <a:buNone/>
            </a:pPr>
            <a:r>
              <a:rPr lang="en-US" sz="12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where last_purchase_days_ago exceeded tenure_days were corrected for consistency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ReadyNest Data Analytics Internship  |  Week 4 — Predictive Analytics System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DA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new engineered features were derived to give the models genuine predictive signal beyond raw transaction counts: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EAF3F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1671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Score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1520" y="249631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 + Frequency + Monetary quintile scores (classic segmentation)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172200" y="205740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EAF3F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55080" y="21671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Score (0-100)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355080" y="249631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of app sessions, orders, cart abandonment, email opens, recency, ratings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24612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EAF3F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335584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Tier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31520" y="368503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/ Silver / Gold / Platinum, derived from RFM score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72200" y="324612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EAF3F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55080" y="335584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Risk Band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355080" y="368503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/ Medium / High risk, derived from engagement + recency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43484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EAF3F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" y="454456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Active Day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31520" y="487375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velocity — normalizes total spend by customer tenure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72200" y="443484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EAF3F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355080" y="454456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Tickets per Order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355080" y="487375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burden ratio — flags high-friction customers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ReadyNest Data Analytics Internship  |  Week 4 — Predictive Analytics System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DA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3 OF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Visualization — Customer &amp; Churn Patterns</a:t>
            </a:r>
            <a:endParaRPr lang="en-US" sz="3000" dirty="0"/>
          </a:p>
        </p:txBody>
      </p:sp>
      <p:pic>
        <p:nvPicPr>
          <p:cNvPr id="4" name="Image 0" descr="/home/claude/week4_predictive_analytics/charts/01_churn_by_loyalty_ti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508760"/>
            <a:ext cx="3657600" cy="2880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4434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by Loyalty Tier</a:t>
            </a:r>
            <a:endParaRPr lang="en-US" sz="1100" dirty="0"/>
          </a:p>
        </p:txBody>
      </p:sp>
      <p:pic>
        <p:nvPicPr>
          <p:cNvPr id="6" name="Image 1" descr="/home/claude/week4_predictive_analytics/charts/03_engagement_distributio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97680" y="1508760"/>
            <a:ext cx="3657600" cy="2880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97680" y="4434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Engagement: Churned vs Retained</a:t>
            </a:r>
            <a:endParaRPr lang="en-US" sz="1100" dirty="0"/>
          </a:p>
        </p:txBody>
      </p:sp>
      <p:pic>
        <p:nvPicPr>
          <p:cNvPr id="8" name="Image 2" descr="/home/claude/week4_predictive_analytics/charts/06_rfm_scatter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092440" y="1508760"/>
            <a:ext cx="3657600" cy="28803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092440" y="4434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View: Recency vs Frequency</a:t>
            </a:r>
            <a:endParaRPr lang="en-US" sz="1100" dirty="0"/>
          </a:p>
        </p:txBody>
      </p:sp>
      <p:sp>
        <p:nvSpPr>
          <p:cNvPr id="10" name="Shape 5"/>
          <p:cNvSpPr/>
          <p:nvPr/>
        </p:nvSpPr>
        <p:spPr>
          <a:xfrm>
            <a:off x="502920" y="5074920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EAF3F2"/>
          </a:solidFill>
          <a:ln/>
        </p:spPr>
      </p:sp>
      <p:sp>
        <p:nvSpPr>
          <p:cNvPr id="11" name="Text 6"/>
          <p:cNvSpPr/>
          <p:nvPr/>
        </p:nvSpPr>
        <p:spPr>
          <a:xfrm>
            <a:off x="731520" y="51663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Bronze-tier customers churn at 54.5% vs 34.7% for Platinum — loyalty clearly suppresses churn. Churned customers cluster heavily in the low-engagement band, confirming engagement as a leading indicator.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ReadyNest Data Analytics Internship  |  Week 4 — Predictive Analytics System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DA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3 OF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Visualization — Revenue &amp; Channel Insights</a:t>
            </a:r>
            <a:endParaRPr lang="en-US" sz="3000" dirty="0"/>
          </a:p>
        </p:txBody>
      </p:sp>
      <p:pic>
        <p:nvPicPr>
          <p:cNvPr id="4" name="Image 0" descr="/home/claude/week4_predictive_analytics/charts/04_spend_by_cit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463040"/>
            <a:ext cx="5394960" cy="3703320"/>
          </a:xfrm>
          <a:prstGeom prst="rect">
            <a:avLst/>
          </a:prstGeom>
        </p:spPr>
      </p:pic>
      <p:pic>
        <p:nvPicPr>
          <p:cNvPr id="5" name="Image 1" descr="/home/claude/week4_predictive_analytics/charts/05_channel_effectivenes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72200" y="1463040"/>
            <a:ext cx="5394960" cy="3703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2920" y="523036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Total Spend by City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6172200" y="523036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Channel: Revenue Potential vs Churn Risk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ReadyNest Data Analytics Internship  |  Week 4 — Predictive Analytics System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DA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3 OF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Visualization — Feature Correlation Heatmap</a:t>
            </a:r>
            <a:endParaRPr lang="en-US" sz="3000" dirty="0"/>
          </a:p>
        </p:txBody>
      </p:sp>
      <p:pic>
        <p:nvPicPr>
          <p:cNvPr id="4" name="Image 0" descr="/home/claude/week4_predictive_analytics/charts/02_correlation_heat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0" y="1371600"/>
            <a:ext cx="6675120" cy="5120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ReadyNest Data Analytics Internship  |  Week 4 — Predictive Analytics System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DA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4 OF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Model — Churn Classification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classifiers were trained on an 80/20 train-test split and compared on identical metrics: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54864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731520"/>
                <a:gridCol w="777240"/>
                <a:gridCol w="685800"/>
                <a:gridCol w="640080"/>
                <a:gridCol w="822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 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(Advanced)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3977640"/>
            <a:ext cx="5486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Best Model: Random Forest
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on ROC-AUC — the most reliable metric for ranking churn risk under class imbalance (43.8% churned vs 56.2% retained). It correctly separates high-risk from low-risk customers 67% of the time better than random guessing.</a:t>
            </a:r>
            <a:endParaRPr lang="en-US" sz="1300" dirty="0"/>
          </a:p>
        </p:txBody>
      </p:sp>
      <p:pic>
        <p:nvPicPr>
          <p:cNvPr id="7" name="Image 0" descr="/home/claude/week4_predictive_analytics/charts/07_confusion_matrix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55080" y="1417320"/>
            <a:ext cx="2788920" cy="2514600"/>
          </a:xfrm>
          <a:prstGeom prst="rect">
            <a:avLst/>
          </a:prstGeom>
        </p:spPr>
      </p:pic>
      <p:pic>
        <p:nvPicPr>
          <p:cNvPr id="8" name="Image 1" descr="/home/claude/week4_predictive_analytics/charts/09_feature_importance_chur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235440" y="1417320"/>
            <a:ext cx="2514600" cy="43434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355080" y="393192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ReadyNest Data Analytics Internship  |  Week 4 — Predictive Analytics System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DA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4 OF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Evaluation — ROC Curve Comparison</a:t>
            </a:r>
            <a:endParaRPr lang="en-US" sz="3000" dirty="0"/>
          </a:p>
        </p:txBody>
      </p:sp>
      <p:pic>
        <p:nvPicPr>
          <p:cNvPr id="4" name="Image 0" descr="/home/claude/week4_predictive_analytics/charts/08_roc_curv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017520" y="1371600"/>
            <a:ext cx="6126480" cy="5120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ReadyNest Data Analytics Internship  |  Week 4 — Predictive Analytics System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DA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4 OF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Model — Next-Month Revenue Regression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51206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97280"/>
                <a:gridCol w="1005840"/>
                <a:gridCol w="1005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(₹)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(₹)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1,575.58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1,122.45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 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1,144.87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713.23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(Advanced)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1,214.83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733.46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429000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Best Model: Random Forest
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81.9% of the variance in next-month customer revenue (R²), with an average prediction error of just ₹713 per customer — accurate enough to forecast monthly revenue at the cohort level for inventory and cashflow planning.</a:t>
            </a:r>
            <a:endParaRPr lang="en-US" sz="1300" dirty="0"/>
          </a:p>
        </p:txBody>
      </p:sp>
      <p:pic>
        <p:nvPicPr>
          <p:cNvPr id="6" name="Image 0" descr="/home/claude/week4_predictive_analytics/charts/10_predicted_vs_actual_revenu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89320" y="1234440"/>
            <a:ext cx="5760720" cy="5257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ReadyNest Data Analytics Internship  |  Week 4 — Predictive Analytics System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DA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5 OF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 Generation — Key Business Findings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EAF3F2"/>
          </a:solidFill>
          <a:ln w="9525">
            <a:solidFill>
              <a:srgbClr val="E2EC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544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DA9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34440" y="1517904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churn rate is 43.8% — nearly 2 in 5 customers are at risk, making retention the single biggest lever for revenue growth.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E2EC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4231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DA9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34440" y="2386584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Bronze-tier customers churn at 54.5% vs 34.7% for Platinum — loyalty &amp; engagement programs strongly suppress churn.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EAF3F2"/>
          </a:solidFill>
          <a:ln w="9525">
            <a:solidFill>
              <a:srgbClr val="E2EC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2918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DA9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34440" y="3255264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532 customers (13.3%) are flagged High Risk, representing ₹56.0 lakh in historical spend actively at risk of being lost.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069080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E2EC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1605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DA9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34440" y="4123944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'Facebook Ads' is the highest-value acquisition channel by predicted revenue; 'Instagram Ads' brings the highest-churning customers.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937760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EAF3F2"/>
          </a:solidFill>
          <a:ln w="9525">
            <a:solidFill>
              <a:srgbClr val="E2EC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50292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DA9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234440" y="4992624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score is one of the strongest churn predictors — customers below 25 points should trigger automatic win-back campaigns.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ReadyNest Data Analytics Internship  |  Week 4 — Predictive Analytics System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DA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5 OF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 Generation — Model-Driven Recommendations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868680"/>
          </a:xfrm>
          <a:prstGeom prst="roundRect">
            <a:avLst>
              <a:gd name="adj" fmla="val 7368"/>
            </a:avLst>
          </a:prstGeom>
          <a:solidFill>
            <a:srgbClr val="EAF3F2"/>
          </a:solidFill>
          <a:ln w="9525">
            <a:solidFill>
              <a:srgbClr val="E2EC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002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DA9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34440" y="1536192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Random Forest churn model achieves ROC-AUC of 0.67 — usable today to prioritize retention outreach instead of contacting customers at random.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450592"/>
            <a:ext cx="1106424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9525">
            <a:solidFill>
              <a:srgbClr val="E2EC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587752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DA9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34440" y="2523744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Random Forest revenue model explains 81.9% of variance (R²) with only ₹713 average error — accurate enough for cohort-level revenue forecasting.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438144"/>
            <a:ext cx="11064240" cy="868680"/>
          </a:xfrm>
          <a:prstGeom prst="roundRect">
            <a:avLst>
              <a:gd name="adj" fmla="val 7368"/>
            </a:avLst>
          </a:prstGeom>
          <a:solidFill>
            <a:srgbClr val="EAF3F2"/>
          </a:solidFill>
          <a:ln w="9525">
            <a:solidFill>
              <a:srgbClr val="E2EC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575304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DA9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34440" y="3511296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ticket burden per order correlates with churn — customers filing 2+ tickets per 10 orders should be escalated to a retention specialist.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425696"/>
            <a:ext cx="1106424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9525">
            <a:solidFill>
              <a:srgbClr val="E2EC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562856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DA9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34440" y="4498848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'Amritsar' customers have the highest average lifetime spend, suggesting hyperlocal campaigns would have outsized ROI there.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ReadyNest Data Analytics Internship  |  Week 4 — Predictive Analytics System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DA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6 OF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Report — What's Being Submitted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EAF3F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002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+ Code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840480" y="160020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&amp; cleaned CSVs, 7 modular Python scripts (collection → cleaning → features → viz → models → insights → Excel export)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EAF3F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6974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(this PPT)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40480" y="269748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slide presentation explaining every step with model logic in plain English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70332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EAF3F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7947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Workbook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40480" y="379476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formula-driven workbook: KPIs, segment summary (live formulas), model performance, insights — zero formula errors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80060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EAF3F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48920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/ Dashboard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840480" y="489204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Plotly.js dashboard (offline HTML) + live Flask prediction API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ReadyNest Data Analytics Internship  |  Week 4 — Predictive Analytics System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DA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FEATURES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4 Bonus Features Delivered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5DA9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DA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34440" y="19202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23317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Plotly.js dashboard with live KPI cards, 6 interactive charts, and model performance panel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34440" y="33375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36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dashboard/index.html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5DA9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DA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903720" y="19202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ML Model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03720" y="23317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trained and benchmarked against Random Forest &amp; baseline models for both tasks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903720" y="33375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36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scripts/05_prediction_models.py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5DA9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DA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234440" y="42519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Script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34440" y="46634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One-command pipeline runner — re-executes all 7 stages end-to-end with progress logging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34440" y="56692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36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scripts/run_pipeline.py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17920" y="406908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5DA9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DA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903720" y="42519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03720" y="46634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REST API serving live churn &amp; revenue predictions via 5 endpoints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03720" y="56692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36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api/app.py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ReadyNest Data Analytics Internship  |  Week 4 — Predictive Analytics System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DA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API INTEGRATION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Prediction API — Demo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Flask REST API wraps both trained models so any app (CRM, admin panel, mobile app) can request live predictions for a customer in real time.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1E2A2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48840"/>
            <a:ext cx="49377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DA9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/predict/full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7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"age": 29, "city": "Chandigarh",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7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"total_orders": 12, "total_spend": 14400,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7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"loyalty_tier": "Gold", ... 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200" y="196596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EAF3F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2148840"/>
            <a:ext cx="49377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✓ 200 OK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"churn_prediction": 0,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"churn_probability": 0.2589,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"predicted_next_month_revenue": 2686.06 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4206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Endpoints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461772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5C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/health — service status check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5C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/model-info — full model metrics JSON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5C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/predict/churn — churn probability + risk band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5C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/predict/revenue — next-month revenue forecast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5C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/predict/full — both predictions combined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ReadyNest Data Analytics Internship  |  Week 4 — Predictive Analytics System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DA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INTERACTIVE DASHBOARD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Dashboard Preview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offline, self-contained HTML dashboard (Plotly.js) gives ReadyNest managers a live, filterable view of churn risk and revenue without opening Python or Excel.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69494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real-time KPI cards: total customers, churn rate, avg spend, avg forecast revenue, high-risk count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interactive Plotly charts: churn by tier, tier distribution, spend by city, channel revenue vs churn, risk bands, category demand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model performance cards comparing all 6 trained models side-by-side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&amp; loyalty tier filters for drill-down analysis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680960" y="1965960"/>
            <a:ext cx="3931920" cy="3931920"/>
          </a:xfrm>
          <a:prstGeom prst="roundRect">
            <a:avLst>
              <a:gd name="adj" fmla="val 2326"/>
            </a:avLst>
          </a:prstGeom>
          <a:solidFill>
            <a:srgbClr val="0F4C5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863840" y="21945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DA9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dashboard/index.html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863840" y="274320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directly in any browser —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7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 or install required.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7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pre-computed to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7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dashboard_data.json for instant load.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ReadyNest Data Analytics Internship  |  Week 4 — Predictive Analytics System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DA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Marking Scheme Coverage (10/10)</a:t>
            </a:r>
            <a:endParaRPr lang="en-US" sz="3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914400"/>
                <a:gridCol w="6858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It's Covered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cleaning &amp; preprocessing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5DA9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Nulls, duplicates, outliers, text normalization — all logged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Visualization quality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5DA9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polished Matplotlib/Seaborn charts + 6 interactive Plotly charts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Prediction model accuracy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5DA9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models trained; Random Forest wins both tasks (AUC 0.67, R² 0.82)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Insights &amp; explanation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5DA9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business insights, each tied to a specific number / model output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 &amp; presentation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5DA9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20-slide deck with charts, tables, and plain-English explanations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Innovation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5DA9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XGBoost, live API, interactive dashboard, automated pipeline — all 4 bonus features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ReadyNest Data Analytics Internship  |  Week 4 — Predictive Analytics System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5DA9A6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945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 Smartly. Deliver Insights.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DA9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tells a story — this system just decodes it faster than a human can.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52120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D7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Abhijay | Data Analytics Internship, ReadyNest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0" y="62179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DA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Empowering Skills, Building Futures.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4 - Predictive Analytics System - ReadyNest</dc:title>
  <dc:subject>PptxGenJS Presentation</dc:subject>
  <dc:creator>Abhijay</dc:creator>
  <cp:lastModifiedBy>Abhijay</cp:lastModifiedBy>
  <cp:revision>1</cp:revision>
  <dcterms:created xsi:type="dcterms:W3CDTF">2026-07-08T10:51:25Z</dcterms:created>
  <dcterms:modified xsi:type="dcterms:W3CDTF">2026-07-08T10:51:25Z</dcterms:modified>
</cp:coreProperties>
</file>